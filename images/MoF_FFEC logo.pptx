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0799763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241819-9A72-458B-B0E3-9461727343AB}" v="2" dt="2025-11-20T20:14:41.0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120" y="7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ters, Mia FOR:EX" userId="a50d8bca-f271-4c67-9de6-659d66e112b2" providerId="ADAL" clId="{49250EE7-8C8F-470D-ADE3-306EFE8EF86F}"/>
    <pc:docChg chg="modSld">
      <pc:chgData name="Waters, Mia FOR:EX" userId="a50d8bca-f271-4c67-9de6-659d66e112b2" providerId="ADAL" clId="{49250EE7-8C8F-470D-ADE3-306EFE8EF86F}" dt="2025-11-20T20:14:59.401" v="22" actId="1076"/>
      <pc:docMkLst>
        <pc:docMk/>
      </pc:docMkLst>
      <pc:sldChg chg="modSp mod">
        <pc:chgData name="Waters, Mia FOR:EX" userId="a50d8bca-f271-4c67-9de6-659d66e112b2" providerId="ADAL" clId="{49250EE7-8C8F-470D-ADE3-306EFE8EF86F}" dt="2025-11-20T20:14:59.401" v="22" actId="1076"/>
        <pc:sldMkLst>
          <pc:docMk/>
          <pc:sldMk cId="2285687488" sldId="256"/>
        </pc:sldMkLst>
        <pc:picChg chg="mod">
          <ac:chgData name="Waters, Mia FOR:EX" userId="a50d8bca-f271-4c67-9de6-659d66e112b2" providerId="ADAL" clId="{49250EE7-8C8F-470D-ADE3-306EFE8EF86F}" dt="2025-11-20T20:14:59.401" v="22" actId="1076"/>
          <ac:picMkLst>
            <pc:docMk/>
            <pc:sldMk cId="2285687488" sldId="256"/>
            <ac:picMk id="5" creationId="{A6C47C91-5890-308B-CA19-0B9A0612889E}"/>
          </ac:picMkLst>
        </pc:picChg>
        <pc:picChg chg="mod">
          <ac:chgData name="Waters, Mia FOR:EX" userId="a50d8bca-f271-4c67-9de6-659d66e112b2" providerId="ADAL" clId="{49250EE7-8C8F-470D-ADE3-306EFE8EF86F}" dt="2025-11-20T20:14:59.401" v="22" actId="1076"/>
          <ac:picMkLst>
            <pc:docMk/>
            <pc:sldMk cId="2285687488" sldId="256"/>
            <ac:picMk id="7" creationId="{3F595745-65CC-9EDD-AE9D-D3C3F87CA4C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71" y="589241"/>
            <a:ext cx="8099822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1891070"/>
            <a:ext cx="8099822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FCE2-D300-4410-A7F0-2741E91DA2B7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14132-A499-4B59-90EA-B07768562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885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FCE2-D300-4410-A7F0-2741E91DA2B7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14132-A499-4B59-90EA-B07768562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815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897613"/>
            <a:ext cx="9314796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2409468"/>
            <a:ext cx="9314796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82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FCE2-D300-4410-A7F0-2741E91DA2B7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14132-A499-4B59-90EA-B07768562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533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958453"/>
            <a:ext cx="4589899" cy="2284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958453"/>
            <a:ext cx="4589899" cy="2284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FCE2-D300-4410-A7F0-2741E91DA2B7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14132-A499-4B59-90EA-B07768562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017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191691"/>
            <a:ext cx="9314796" cy="6959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1" y="882610"/>
            <a:ext cx="4568806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1" y="1315164"/>
            <a:ext cx="4568806" cy="19344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0" y="882610"/>
            <a:ext cx="4591306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0" y="1315164"/>
            <a:ext cx="4591306" cy="19344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FCE2-D300-4410-A7F0-2741E91DA2B7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14132-A499-4B59-90EA-B07768562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943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FCE2-D300-4410-A7F0-2741E91DA2B7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14132-A499-4B59-90EA-B07768562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232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FCE2-D300-4410-A7F0-2741E91DA2B7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14132-A499-4B59-90EA-B07768562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67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240030"/>
            <a:ext cx="3483204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518398"/>
            <a:ext cx="5467380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080135"/>
            <a:ext cx="3483204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FCE2-D300-4410-A7F0-2741E91DA2B7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14132-A499-4B59-90EA-B07768562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569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240030"/>
            <a:ext cx="3483204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518398"/>
            <a:ext cx="5467380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080135"/>
            <a:ext cx="3483204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FCE2-D300-4410-A7F0-2741E91DA2B7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14132-A499-4B59-90EA-B07768562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794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FCE2-D300-4410-A7F0-2741E91DA2B7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14132-A499-4B59-90EA-B07768562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061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0" y="191691"/>
            <a:ext cx="2328699" cy="30512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191691"/>
            <a:ext cx="6851100" cy="30512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FCE2-D300-4410-A7F0-2741E91DA2B7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14132-A499-4B59-90EA-B07768562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736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191691"/>
            <a:ext cx="9314796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958453"/>
            <a:ext cx="9314796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3337084"/>
            <a:ext cx="2429947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54FCE2-D300-4410-A7F0-2741E91DA2B7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3337084"/>
            <a:ext cx="3644920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3337084"/>
            <a:ext cx="2429947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614132-A499-4B59-90EA-B07768562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147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logo of a mountain range and a sun&#10;&#10;AI-generated content may be incorrect.">
            <a:extLst>
              <a:ext uri="{FF2B5EF4-FFF2-40B4-BE49-F238E27FC236}">
                <a16:creationId xmlns:a16="http://schemas.microsoft.com/office/drawing/2014/main" id="{3F595745-65CC-9EDD-AE9D-D3C3F87CA4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329"/>
            <a:ext cx="5455413" cy="2741343"/>
          </a:xfrm>
          <a:prstGeom prst="rect">
            <a:avLst/>
          </a:prstGeom>
        </p:spPr>
      </p:pic>
      <p:pic>
        <p:nvPicPr>
          <p:cNvPr id="5" name="Picture 4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A6C47C91-5890-308B-CA19-0B9A06128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5881" y="1249596"/>
            <a:ext cx="5455415" cy="1527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687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Waters, Mia FOR:EX</dc:creator>
  <cp:lastModifiedBy>Waters, Mia FOR:EX</cp:lastModifiedBy>
  <cp:revision>1</cp:revision>
  <dcterms:created xsi:type="dcterms:W3CDTF">2025-11-20T20:06:41Z</dcterms:created>
  <dcterms:modified xsi:type="dcterms:W3CDTF">2025-11-20T20:15:02Z</dcterms:modified>
</cp:coreProperties>
</file>